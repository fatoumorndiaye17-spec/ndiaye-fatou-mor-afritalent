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5"/>
  </p:normalViewPr>
  <p:slideViewPr>
    <p:cSldViewPr snapToGrid="0">
      <p:cViewPr varScale="1">
        <p:scale>
          <a:sx n="88" d="100"/>
          <a:sy n="88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6516E-D195-E879-57FC-F6F8BC3CD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2B5594-656F-DA1B-AE81-2643CAA48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F27C1-6478-AA68-8FB6-1E055507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1261D3-352F-7C63-CB14-940364BD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567914-BD38-4095-54B8-4BF65FEB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54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03A82-A88B-F705-AA0D-AD5B20B9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CDA18-A8DE-F9FD-826F-3118ED35B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C4A932-EEF7-376A-6E27-5BB357DD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05F3BA-F491-2F03-6571-C9468A48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F163A6-FD6E-C0B3-8EF0-0209A6F4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56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52CE0-6C9E-FAFC-2CF3-92F1975D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E979A6-5576-8AD0-17D6-56BE48767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E99E5F-4F3A-8487-3615-101C3A9A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D3B392-FA1C-1865-30BE-3547B3AF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7ACA0F-E514-EC11-BD85-BE876BE3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33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823E8-8DC3-F666-F015-A3C5A1F0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EC48BA-A717-B10C-5EC0-6E258157F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9373AF-3B40-6D4A-7CEC-7F4761774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182F0-2DF7-3EC6-8481-932A6558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C98E0D-A282-9FEB-8BCE-7139A97D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9F440E-1E42-E3FF-E2F1-3B2FA901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84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6835F-AA48-F7A2-125C-F238B6FF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B6783B-BC20-FFB2-1A16-379A93337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B00DC0-7908-E1C2-70C0-CB9F141B8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6CBC05-508E-FB51-B6FF-952B8272F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7774FD-C0AC-D2B1-570B-79515AECE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E6BD42-3D5A-F898-EB05-7119360C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AC036A-33FF-BBFC-52F1-4A8A104B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73D1A02-217E-EA03-9D9C-93C5DF5A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5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D8B7AF-D34D-8784-D218-CA0CD639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9A4577-DEA5-2736-A701-E70A1599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373C4B-06D6-9A81-7D44-3A8486B0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54FC41-55F2-16BC-AC3A-04F1F4DD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61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648E77-698C-7707-D25B-C1866AD4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D63E54-0428-CA8E-4439-6663547F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8A138-51ED-1AD3-8E21-D0E7C1BE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90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AEE6BB-3C9C-19F2-A910-F6F375F3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007B78-220A-8937-874F-4F04043D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0C367E-0154-18EA-95F2-C78AD789D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C4DFAF-F7B2-3A7A-BADC-3A60F02B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4E4E59-6B17-36EB-A9CF-F358F32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0EE8FB-76F3-6799-66ED-DFFF4CAD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41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83360-1191-D2F5-7619-9EA66A30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B60D54-ED74-5FF5-63D6-0C2EC3B71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3254A9-3EEF-7332-1F57-C03AE35C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0822E0-7252-FB0D-ECC5-CB6E5A69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46FFF9-AE08-F0AE-94A7-0033DDD9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E75F16-A0ED-D38E-4886-FA6204B7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37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6F3D3-2F38-5608-5503-BD49B10B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BC6E6F-56CD-DE1A-05CE-82AA4F232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6323B7-A776-6329-D683-79355E90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B60FA4-9F6E-257D-4D79-555336D8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DC3EF5-2563-DBEF-6438-4F2A053A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008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37085EE-6F0C-2D9A-AE32-C3A1B6F4E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FCBD55-7773-1041-92CA-A5FF42698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FF0EF-6DC6-511D-C16A-8373D2EF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AF9F53-3428-286B-1A70-F1CC9916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F89C82-732F-3949-D4C6-64BA1913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46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B503AD4-A4D4-724E-DAA3-39C39171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F067D4-B4DE-E467-F847-8FEA4DD72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C084B9-82FD-D90A-24B1-1A6F000CE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CFFE6-B163-6E44-A319-89A6C709FAA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1C259E-B869-F89A-17B7-94317D6C4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18B8B4-781F-B617-ADA1-834DE1CA0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E645-15CD-AE4C-9ADA-ED2BD8D069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84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4134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05169B-51EA-D3A3-21C7-4513030E5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0"/>
            <a:ext cx="10899648" cy="3255962"/>
          </a:xfrm>
        </p:spPr>
        <p:txBody>
          <a:bodyPr>
            <a:normAutofit/>
          </a:bodyPr>
          <a:lstStyle/>
          <a:p>
            <a:r>
              <a:rPr lang="fr-FR" sz="7200" dirty="0" err="1">
                <a:solidFill>
                  <a:schemeClr val="bg2">
                    <a:lumMod val="10000"/>
                  </a:schemeClr>
                </a:solidFill>
                <a:highlight>
                  <a:srgbClr val="808080"/>
                </a:highlight>
              </a:rPr>
              <a:t>AfriTalent</a:t>
            </a:r>
            <a:endParaRPr lang="fr-FR" sz="7200" dirty="0">
              <a:solidFill>
                <a:schemeClr val="bg2">
                  <a:lumMod val="1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D8B9EF-879B-38B1-D232-20160606D6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4400" dirty="0" err="1">
                <a:highlight>
                  <a:srgbClr val="808080"/>
                </a:highlight>
              </a:rPr>
              <a:t>Plateforms</a:t>
            </a:r>
            <a:r>
              <a:rPr lang="fr-FR" sz="4400" dirty="0">
                <a:highlight>
                  <a:srgbClr val="808080"/>
                </a:highlight>
              </a:rPr>
              <a:t> de freelances africains</a:t>
            </a:r>
          </a:p>
          <a:p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E879E9-202F-872A-9257-9600F661EC5B}"/>
              </a:ext>
            </a:extLst>
          </p:cNvPr>
          <p:cNvSpPr txBox="1"/>
          <p:nvPr/>
        </p:nvSpPr>
        <p:spPr>
          <a:xfrm>
            <a:off x="719328" y="6144768"/>
            <a:ext cx="3346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Presenté</a:t>
            </a:r>
            <a:r>
              <a:rPr lang="fr-FR" dirty="0"/>
              <a:t> par : Fatou Mor Ndiaye</a:t>
            </a:r>
          </a:p>
          <a:p>
            <a:r>
              <a:rPr lang="fr-FR" dirty="0"/>
              <a:t>Année : 2026</a:t>
            </a:r>
          </a:p>
        </p:txBody>
      </p:sp>
    </p:spTree>
    <p:extLst>
      <p:ext uri="{BB962C8B-B14F-4D97-AF65-F5344CB8AC3E}">
        <p14:creationId xmlns:p14="http://schemas.microsoft.com/office/powerpoint/2010/main" val="271188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85C6BF-5A20-4928-577E-0866285E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AFD39A-BA12-7483-C753-90636D3D4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SN" dirty="0" err="1"/>
              <a:t>AfriTalent</a:t>
            </a:r>
            <a:r>
              <a:rPr lang="fr-SN" dirty="0"/>
              <a:t> est une plateforme web moderne de mise en relation entre freelances</a:t>
            </a:r>
          </a:p>
          <a:p>
            <a:r>
              <a:rPr lang="fr-SN" dirty="0"/>
              <a:t> africains et entreprises internationales.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Elle permet de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connecter les talents africains au marché mondial</a:t>
            </a:r>
          </a:p>
          <a:p>
            <a:r>
              <a:rPr lang="fr-SN" dirty="0"/>
              <a:t>faciliter la recherche de missions</a:t>
            </a:r>
          </a:p>
          <a:p>
            <a:r>
              <a:rPr lang="fr-SN" dirty="0"/>
              <a:t>simplifier le recrutement digital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Ce projet est réalisé dans un objectif de digitalisation du travail freelance en Afrique.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391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02422-B331-06A8-6FAD-7F25111E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PROBLEME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6DE484-19C0-3D1D-3E09-41B20AF0A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422400"/>
            <a:ext cx="11179629" cy="4754563"/>
          </a:xfrm>
        </p:spPr>
        <p:txBody>
          <a:bodyPr>
            <a:normAutofit/>
          </a:bodyPr>
          <a:lstStyle/>
          <a:p>
            <a:r>
              <a:rPr lang="fr-SN" dirty="0"/>
              <a:t>Aujourd’hui, plusieurs problèmes existent dans le domaine du freelance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Les freelances ont peu de visibilité en ligne</a:t>
            </a:r>
          </a:p>
          <a:p>
            <a:r>
              <a:rPr lang="fr-SN" dirty="0"/>
              <a:t>Les entreprises ont des difficultés à trouver des profils fiables</a:t>
            </a:r>
          </a:p>
          <a:p>
            <a:r>
              <a:rPr lang="fr-SN" dirty="0"/>
              <a:t>Les plateformes existantes sont souvent compliquées ou inadaptées au contexte africain</a:t>
            </a:r>
          </a:p>
          <a:p>
            <a:r>
              <a:rPr lang="fr-SN" dirty="0"/>
              <a:t>Le processus de recrutement est lent et inefficace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059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BD49F-CC15-127C-61D8-694F6857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4D9D8B-DDE2-5420-4892-595657CE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1" y="1690688"/>
            <a:ext cx="11353800" cy="4913312"/>
          </a:xfrm>
        </p:spPr>
        <p:txBody>
          <a:bodyPr/>
          <a:lstStyle/>
          <a:p>
            <a:r>
              <a:rPr lang="fr-SN" dirty="0" err="1"/>
              <a:t>AfriTalent</a:t>
            </a:r>
            <a:r>
              <a:rPr lang="fr-SN" dirty="0"/>
              <a:t> apporte une solution complète :</a:t>
            </a:r>
          </a:p>
          <a:p>
            <a:r>
              <a:rPr lang="fr-SN" dirty="0"/>
              <a:t>Une interface simple et intuitive</a:t>
            </a:r>
          </a:p>
          <a:p>
            <a:r>
              <a:rPr lang="fr-SN" dirty="0"/>
              <a:t>Des profils freelances détaillés avec compétences et tarifs</a:t>
            </a:r>
          </a:p>
          <a:p>
            <a:r>
              <a:rPr lang="fr-SN" dirty="0"/>
              <a:t>Un système de recherche et filtrage par catégorie</a:t>
            </a:r>
          </a:p>
          <a:p>
            <a:r>
              <a:rPr lang="fr-SN" dirty="0"/>
              <a:t>Une plateforme adaptée aux besoins locaux et internationaux</a:t>
            </a:r>
          </a:p>
        </p:txBody>
      </p:sp>
    </p:spTree>
    <p:extLst>
      <p:ext uri="{BB962C8B-B14F-4D97-AF65-F5344CB8AC3E}">
        <p14:creationId xmlns:p14="http://schemas.microsoft.com/office/powerpoint/2010/main" val="332993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BF45D-1B8B-D329-EFEB-85DF1F0A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PAGES ACCEUIL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621AD3-C147-E05D-1AF7-142FDA823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9486"/>
            <a:ext cx="12192000" cy="5225143"/>
          </a:xfrm>
        </p:spPr>
        <p:txBody>
          <a:bodyPr>
            <a:normAutofit fontScale="92500" lnSpcReduction="20000"/>
          </a:bodyPr>
          <a:lstStyle/>
          <a:p>
            <a:r>
              <a:rPr lang="fr-SN" dirty="0"/>
              <a:t>La page d’accueil représente la vitrine principale du site.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Elle contient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une présentation de la plateforme </a:t>
            </a:r>
            <a:r>
              <a:rPr lang="fr-SN" dirty="0" err="1"/>
              <a:t>AfriTalent</a:t>
            </a:r>
            <a:endParaRPr lang="fr-SN" dirty="0"/>
          </a:p>
          <a:p>
            <a:r>
              <a:rPr lang="fr-SN" dirty="0"/>
              <a:t>un message d’accueil</a:t>
            </a:r>
          </a:p>
          <a:p>
            <a:r>
              <a:rPr lang="fr-SN" dirty="0"/>
              <a:t>des statistiques (clients, freelances, projets)</a:t>
            </a:r>
          </a:p>
          <a:p>
            <a:r>
              <a:rPr lang="fr-SN" dirty="0"/>
              <a:t>les principales catégories de services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Cette page permet aux utilisateurs de comprendre rapidement le but du site.</a:t>
            </a:r>
          </a:p>
        </p:txBody>
      </p:sp>
    </p:spTree>
    <p:extLst>
      <p:ext uri="{BB962C8B-B14F-4D97-AF65-F5344CB8AC3E}">
        <p14:creationId xmlns:p14="http://schemas.microsoft.com/office/powerpoint/2010/main" val="186787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8F892-68D0-DC38-7030-481D554B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FREELANCE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02AD2F-DD13-1BE6-13AB-BCFDF1CB3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364344"/>
            <a:ext cx="11974286" cy="5631542"/>
          </a:xfrm>
        </p:spPr>
        <p:txBody>
          <a:bodyPr>
            <a:normAutofit fontScale="92500" lnSpcReduction="20000"/>
          </a:bodyPr>
          <a:lstStyle/>
          <a:p>
            <a:r>
              <a:rPr lang="fr-SN" dirty="0"/>
              <a:t>Cette page est dédiée à la présentation des freelances disponibles.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On y trouve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des profils détaillés avec photo</a:t>
            </a:r>
          </a:p>
          <a:p>
            <a:r>
              <a:rPr lang="fr-SN" dirty="0"/>
              <a:t>les compétences de chaque freelance</a:t>
            </a:r>
          </a:p>
          <a:p>
            <a:r>
              <a:rPr lang="fr-SN" dirty="0"/>
              <a:t>les évaluations (notes)</a:t>
            </a:r>
          </a:p>
          <a:p>
            <a:r>
              <a:rPr lang="fr-SN" dirty="0"/>
              <a:t>les tarifs journaliers</a:t>
            </a:r>
          </a:p>
          <a:p>
            <a:r>
              <a:rPr lang="fr-SN" dirty="0"/>
              <a:t>des filtres par domaine (web, design, marketing)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Cette page facilite la recherche rapide de talents.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913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5FCE8-BF2D-08C7-02BF-528E06D7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PAGES TARIFS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840F9D-E2EA-F77A-289E-A8D076212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80457"/>
            <a:ext cx="11832773" cy="5225143"/>
          </a:xfrm>
        </p:spPr>
        <p:txBody>
          <a:bodyPr>
            <a:normAutofit/>
          </a:bodyPr>
          <a:lstStyle/>
          <a:p>
            <a:r>
              <a:rPr lang="fr-SN" dirty="0" err="1"/>
              <a:t>AfriTalent</a:t>
            </a:r>
            <a:r>
              <a:rPr lang="fr-SN" dirty="0"/>
              <a:t> propose trois types de plans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Plan Gratuit : accès limité aux fonctionnalités</a:t>
            </a:r>
          </a:p>
          <a:p>
            <a:r>
              <a:rPr lang="fr-SN" dirty="0"/>
              <a:t>Plan Pro : accès complet aux missions et visibilité améliorée</a:t>
            </a:r>
          </a:p>
          <a:p>
            <a:r>
              <a:rPr lang="fr-SN" dirty="0"/>
              <a:t>Plan Entreprise : solution avancée pour recruter et gérer des équipes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Chaque plan est conçu pour répondre à un type d’utilisateur différent.</a:t>
            </a:r>
          </a:p>
        </p:txBody>
      </p:sp>
    </p:spTree>
    <p:extLst>
      <p:ext uri="{BB962C8B-B14F-4D97-AF65-F5344CB8AC3E}">
        <p14:creationId xmlns:p14="http://schemas.microsoft.com/office/powerpoint/2010/main" val="2383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3EFF9-C71E-DA78-E90C-CF8EFD45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CONTACT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0070F-9FEF-967A-54D2-4B3F2AABE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71" y="1538514"/>
            <a:ext cx="11422743" cy="4954361"/>
          </a:xfrm>
        </p:spPr>
        <p:txBody>
          <a:bodyPr>
            <a:normAutofit lnSpcReduction="10000"/>
          </a:bodyPr>
          <a:lstStyle/>
          <a:p>
            <a:r>
              <a:rPr lang="fr-SN" dirty="0"/>
              <a:t>La page contact permet la communication entre utilisateurs et administrateurs.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Elle contient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un formulaire de contact</a:t>
            </a:r>
          </a:p>
          <a:p>
            <a:r>
              <a:rPr lang="fr-SN" dirty="0"/>
              <a:t>les coordonnées de la plateforme</a:t>
            </a:r>
          </a:p>
          <a:p>
            <a:r>
              <a:rPr lang="fr-SN" dirty="0"/>
              <a:t>une adresse email et un numéro de téléphone</a:t>
            </a:r>
          </a:p>
          <a:p>
            <a:r>
              <a:rPr lang="fr-SN" dirty="0"/>
              <a:t>une carte Google </a:t>
            </a:r>
            <a:r>
              <a:rPr lang="fr-SN" dirty="0" err="1"/>
              <a:t>Maps</a:t>
            </a:r>
            <a:r>
              <a:rPr lang="fr-SN" dirty="0"/>
              <a:t> pour la localisation</a:t>
            </a:r>
          </a:p>
        </p:txBody>
      </p:sp>
    </p:spTree>
    <p:extLst>
      <p:ext uri="{BB962C8B-B14F-4D97-AF65-F5344CB8AC3E}">
        <p14:creationId xmlns:p14="http://schemas.microsoft.com/office/powerpoint/2010/main" val="210305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0C8365-2BEE-0639-7D9E-BC83E53D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PROPOS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7E102A-1615-977F-E848-D3521F4E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799771"/>
            <a:ext cx="11136086" cy="4693104"/>
          </a:xfrm>
        </p:spPr>
        <p:txBody>
          <a:bodyPr>
            <a:normAutofit lnSpcReduction="10000"/>
          </a:bodyPr>
          <a:lstStyle/>
          <a:p>
            <a:r>
              <a:rPr lang="fr-SN" dirty="0" err="1"/>
              <a:t>AfriTalent</a:t>
            </a:r>
            <a:r>
              <a:rPr lang="fr-SN" dirty="0"/>
              <a:t> est un projet de développement web réalisé avec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HTML pour la structure</a:t>
            </a:r>
          </a:p>
          <a:p>
            <a:r>
              <a:rPr lang="fr-SN" dirty="0"/>
              <a:t>CSS Bootstrap pour le design</a:t>
            </a:r>
          </a:p>
          <a:p>
            <a:r>
              <a:rPr lang="fr-SN" dirty="0"/>
              <a:t>JavaScript pour les interactions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L’objectif est de créer une plateforme moderne, professionnelle et responsive.</a:t>
            </a:r>
          </a:p>
        </p:txBody>
      </p:sp>
    </p:spTree>
    <p:extLst>
      <p:ext uri="{BB962C8B-B14F-4D97-AF65-F5344CB8AC3E}">
        <p14:creationId xmlns:p14="http://schemas.microsoft.com/office/powerpoint/2010/main" val="2817623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D550B5-28BE-2AC1-2FDF-B504D09AF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RESPONSIVE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3E6A3A-C82D-C933-B17F-F85F04957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86" y="1690688"/>
            <a:ext cx="11165114" cy="4802187"/>
          </a:xfrm>
        </p:spPr>
        <p:txBody>
          <a:bodyPr>
            <a:normAutofit fontScale="92500" lnSpcReduction="20000"/>
          </a:bodyPr>
          <a:lstStyle/>
          <a:p>
            <a:r>
              <a:rPr lang="fr-SN" dirty="0"/>
              <a:t>Le site </a:t>
            </a:r>
            <a:r>
              <a:rPr lang="fr-SN" dirty="0" err="1"/>
              <a:t>AfriTalent</a:t>
            </a:r>
            <a:r>
              <a:rPr lang="fr-SN" dirty="0"/>
              <a:t> est totalement responsive.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Il s’adapte automatiquement à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téléphone </a:t>
            </a:r>
          </a:p>
          <a:p>
            <a:r>
              <a:rPr lang="fr-SN" dirty="0"/>
              <a:t>tablette </a:t>
            </a:r>
          </a:p>
          <a:p>
            <a:r>
              <a:rPr lang="fr-SN" dirty="0"/>
              <a:t>ordinateur 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Grâce à Bootstrap et aux règles de mise en page adaptative.</a:t>
            </a:r>
          </a:p>
          <a:p>
            <a:pPr marL="0" indent="0">
              <a:buNone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11543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C9C59-9E87-EBFF-9988-5FE994FA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C9B58-5FCE-3A36-6D8C-D677365DB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86" y="1690688"/>
            <a:ext cx="11713028" cy="4802187"/>
          </a:xfrm>
        </p:spPr>
        <p:txBody>
          <a:bodyPr/>
          <a:lstStyle/>
          <a:p>
            <a:r>
              <a:rPr lang="fr-SN" dirty="0"/>
              <a:t>Les fonctionnalités principales sont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mode sombre 🌙</a:t>
            </a:r>
          </a:p>
          <a:p>
            <a:r>
              <a:rPr lang="fr-SN" dirty="0"/>
              <a:t>filtrage des freelances</a:t>
            </a:r>
          </a:p>
          <a:p>
            <a:r>
              <a:rPr lang="fr-SN" dirty="0"/>
              <a:t>compteur de statistiques animé</a:t>
            </a:r>
          </a:p>
          <a:p>
            <a:r>
              <a:rPr lang="fr-SN" dirty="0"/>
              <a:t>navigation responsive</a:t>
            </a:r>
          </a:p>
          <a:p>
            <a:r>
              <a:rPr lang="fr-SN" dirty="0"/>
              <a:t>bouton retour en haut</a:t>
            </a:r>
          </a:p>
          <a:p>
            <a:r>
              <a:rPr lang="fr-SN" dirty="0"/>
              <a:t>interface moderne et intuitive</a:t>
            </a:r>
          </a:p>
        </p:txBody>
      </p:sp>
    </p:spTree>
    <p:extLst>
      <p:ext uri="{BB962C8B-B14F-4D97-AF65-F5344CB8AC3E}">
        <p14:creationId xmlns:p14="http://schemas.microsoft.com/office/powerpoint/2010/main" val="187637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DBC2A3-562E-D0EB-10C4-3B8B333F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365125"/>
            <a:ext cx="10395857" cy="1460500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FEF07F-7B0E-EDDE-F5AF-179FC42B3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29" y="1825625"/>
            <a:ext cx="11553371" cy="4821918"/>
          </a:xfrm>
        </p:spPr>
        <p:txBody>
          <a:bodyPr>
            <a:normAutofit lnSpcReduction="10000"/>
          </a:bodyPr>
          <a:lstStyle/>
          <a:p>
            <a:r>
              <a:rPr lang="fr-SN" dirty="0" err="1"/>
              <a:t>AfriTalent</a:t>
            </a:r>
            <a:r>
              <a:rPr lang="fr-SN" dirty="0"/>
              <a:t> est un projet complet de plateforme web moderne.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Il démontre des compétences en :</a:t>
            </a:r>
          </a:p>
          <a:p>
            <a:br>
              <a:rPr lang="fr-SN" dirty="0"/>
            </a:br>
            <a:endParaRPr lang="fr-SN" dirty="0"/>
          </a:p>
          <a:p>
            <a:r>
              <a:rPr lang="fr-SN" dirty="0"/>
              <a:t>développement web</a:t>
            </a:r>
          </a:p>
          <a:p>
            <a:r>
              <a:rPr lang="fr-SN" dirty="0"/>
              <a:t>design responsive</a:t>
            </a:r>
          </a:p>
          <a:p>
            <a:r>
              <a:rPr lang="fr-SN" dirty="0"/>
              <a:t>organisation de contenu</a:t>
            </a:r>
          </a:p>
          <a:p>
            <a:r>
              <a:rPr lang="fr-SN" dirty="0"/>
              <a:t>expérience utilisateur</a:t>
            </a:r>
          </a:p>
        </p:txBody>
      </p:sp>
    </p:spTree>
    <p:extLst>
      <p:ext uri="{BB962C8B-B14F-4D97-AF65-F5344CB8AC3E}">
        <p14:creationId xmlns:p14="http://schemas.microsoft.com/office/powerpoint/2010/main" val="35312140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488</Words>
  <Application>Microsoft Macintosh PowerPoint</Application>
  <PresentationFormat>Grand écran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AfriTalent</vt:lpstr>
      <vt:lpstr>INTRODUCTION</vt:lpstr>
      <vt:lpstr>PROBLEME</vt:lpstr>
      <vt:lpstr>SOLUTION</vt:lpstr>
      <vt:lpstr>PAGES ACCEUIL</vt:lpstr>
      <vt:lpstr>PAGE FREELANCE</vt:lpstr>
      <vt:lpstr>PAGES TARIFS</vt:lpstr>
      <vt:lpstr>PAGE CONTACT</vt:lpstr>
      <vt:lpstr>A PROPOS</vt:lpstr>
      <vt:lpstr>RESPONSIVE DESIGN</vt:lpstr>
      <vt:lpstr>FONCTIONNALITES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fatoumorndiaye17@gmail.com</dc:creator>
  <cp:lastModifiedBy>fatoumorndiaye17@gmail.com</cp:lastModifiedBy>
  <cp:revision>2</cp:revision>
  <dcterms:created xsi:type="dcterms:W3CDTF">2026-06-17T03:11:20Z</dcterms:created>
  <dcterms:modified xsi:type="dcterms:W3CDTF">2026-06-17T04:02:13Z</dcterms:modified>
</cp:coreProperties>
</file>